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Enquiry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6E"/>
                </a:solidFill>
              </a:rPr>
              <a:t>User Operation Manual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Generated by AntiGravity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Login Screen</a:t>
            </a:r>
            <a:endParaRPr lang="en-US" sz="1800" dirty="0"/>
          </a:p>
        </p:txBody>
      </p:sp>
      <p:pic>
        <p:nvPicPr>
          <p:cNvPr id="3" name="Image 0" descr="D:\Data\Anti gravity\EMS_Demo-by-Antigravity-master\EMS\New-EMS-de9b154a3f16b49898b382f5d7bad10bd9734b51\screenshots\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Enter your Email ID and Password to access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Dashboard</a:t>
            </a:r>
            <a:endParaRPr lang="en-US" sz="1800" dirty="0"/>
          </a:p>
        </p:txBody>
      </p:sp>
      <p:pic>
        <p:nvPicPr>
          <p:cNvPr id="3" name="Image 0" descr="D:\Data\Anti gravity\EMS_Demo-by-Antigravity-master\EMS\New-EMS-de9b154a3f16b49898b382f5d7bad10bd9734b51\screenshots\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The dashboard provides an overview of open enquiries, pending quotes, and recent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3. Enquiry Module</a:t>
            </a:r>
            <a:endParaRPr lang="en-US" sz="1800" dirty="0"/>
          </a:p>
        </p:txBody>
      </p:sp>
      <p:pic>
        <p:nvPicPr>
          <p:cNvPr id="3" name="Image 0" descr="D:\Data\Anti gravity\EMS_Demo-by-Antigravity-master\EMS\New-EMS-de9b154a3f16b49898b382f5d7bad10bd9734b51\screenshots\3_enqui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Manage all incoming enquiries. Use "New Enquiry" to add, or Search to find existing records.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4. Pricing Module</a:t>
            </a:r>
            <a:endParaRPr lang="en-US" sz="1800" dirty="0"/>
          </a:p>
        </p:txBody>
      </p:sp>
      <p:pic>
        <p:nvPicPr>
          <p:cNvPr id="3" name="Image 0" descr="D:\Data\Anti gravity\EMS_Demo-by-Antigravity-master\EMS\New-EMS-de9b154a3f16b49898b382f5d7bad10bd9734b51\screenshots\4_pri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Perform detailed cost estimations for labor, materials, and overheads.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5. Quote Generation</a:t>
            </a:r>
            <a:endParaRPr lang="en-US" sz="1800" dirty="0"/>
          </a:p>
        </p:txBody>
      </p:sp>
      <p:pic>
        <p:nvPicPr>
          <p:cNvPr id="3" name="Image 0" descr="D:\Data\Anti gravity\EMS_Demo-by-Antigravity-master\EMS\New-EMS-de9b154a3f16b49898b382f5d7bad10bd9734b51\screenshots\5_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Generate professional quotations for customers based on approved pricing.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2026-01-25T07:51:58Z</dcterms:created>
  <dcterms:modified xsi:type="dcterms:W3CDTF">2026-01-25T07:51:58Z</dcterms:modified>
</cp:coreProperties>
</file>